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 Ops Summit 2026 秋 出展のご案内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クラウドフォージ ブースにお越しください ｜ 2026年10月13日(火)〜15日(木)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開催概要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会期: 2026年10月13日(火)〜15日(木)</a:t>
            </a:r>
          </a:p>
          <a:p>
            <a:pPr/>
            <a:r>
              <a:t>種別: クラウド運用系カンファレンス(出展)</a:t>
            </a:r>
          </a:p>
          <a:p>
            <a:pPr/>
            <a:r>
              <a:t>出展社: クラウドフォージ株式会社</a:t>
            </a:r>
          </a:p>
          <a:p>
            <a:pPr/>
            <a:r>
              <a:t>対象: インフラエンジニア・SRE・情報システム部門・CTO/VPoE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ブースで体験できること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CostPilot: クラウド費用の削減余地をその場で可視化</a:t>
            </a:r>
          </a:p>
          <a:p>
            <a:pPr/>
            <a:r>
              <a:t>ObserveStack: ログ・メトリクス・トレース統合のライブデモ</a:t>
            </a:r>
          </a:p>
          <a:p>
            <a:pPr/>
            <a:r>
              <a:t>GuardRail: IaC設定ミス検知のデモ</a:t>
            </a:r>
          </a:p>
          <a:p>
            <a:pPr/>
            <a:r>
              <a:t>DeployFlow: カナリアリリース・自動ロールバックのデモ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見どころ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4製品の最新バージョンを一挙に展示</a:t>
            </a:r>
          </a:p>
          <a:p>
            <a:pPr/>
            <a:r>
              <a:t>エンジニア向けミニセッションを会期中に複数回実施</a:t>
            </a:r>
          </a:p>
          <a:p>
            <a:pPr/>
            <a:r>
              <a:t>個別相談ブースで貴社課題に合わせたデモをご用意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来場のご案内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事前来場登録で当日スムーズにご入場いただけます</a:t>
            </a:r>
          </a:p>
          <a:p>
            <a:pPr/>
            <a:r>
              <a:t>詳細・登録URL: https://example.com/events/cloudops_summit_2026_autumn</a:t>
            </a:r>
          </a:p>
          <a:p>
            <a:pPr/>
            <a:r>
              <a:t>お問い合わせ: マーケティング部 岡田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asset_id: event_cloudops_autumn_2026</a:t>
            </a:r>
          </a:p>
          <a:p>
            <a:r>
              <a:t>URL: https://example.com/events/cloudops_summit_2026_autumn</a:t>
            </a:r>
          </a:p>
          <a:p>
            <a:r>
              <a:t>コンテンツ種別: 未来のイベント(募集中) / 開催予定日: 2026年10月13日(火)〜15日(木)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