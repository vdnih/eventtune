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【無料ウェビナー】DeployFlow入門セミナー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〜デプロイ頻度を3倍にする自動化の実践〜 ｜ 2026年08月06日(木) 14:00-15:00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開催概要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日時: 2026年08月06日(木) 14:00〜15:00(60分)</a:t>
            </a:r>
          </a:p>
          <a:p>
            <a:pPr/>
            <a:r>
              <a:t>形式: オンライン(Zoomウェビナー)</a:t>
            </a:r>
          </a:p>
          <a:p>
            <a:pPr/>
            <a:r>
              <a:t>参加費: 無料(事前登録制)</a:t>
            </a:r>
          </a:p>
          <a:p>
            <a:pPr/>
            <a:r>
              <a:t>対象: DevOpsエンジニア・開発リーダー</a:t>
            </a:r>
          </a:p>
          <a:p>
            <a:pPr/>
            <a:r>
              <a:t>主催: クラウドフォージ株式会社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このセミナーで分かること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デプロイ頻度が上がらない組織に共通する「つまずき」</a:t>
            </a:r>
          </a:p>
          <a:p>
            <a:pPr/>
            <a:r>
              <a:t>カナリアリリースと自動ロールバックの基本的な仕組み</a:t>
            </a:r>
          </a:p>
          <a:p>
            <a:pPr/>
            <a:r>
              <a:t>DORAメトリクスを使った改善サイクルの回し方</a:t>
            </a:r>
          </a:p>
          <a:p>
            <a:pPr/>
            <a:r>
              <a:t>DeployFlow導入企業のビフォー・アフター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14:00 オープニング / DORAメトリクスの基礎</a:t>
            </a:r>
          </a:p>
          <a:p>
            <a:pPr/>
            <a:r>
              <a:t>14:15 デモ: カナリアリリースと自動ロールバック</a:t>
            </a:r>
          </a:p>
          <a:p>
            <a:pPr/>
            <a:r>
              <a:t>14:40 導入の進め方とよくある質問</a:t>
            </a:r>
          </a:p>
          <a:p>
            <a:pPr/>
            <a:r>
              <a:t>14:55 Q&amp;A・クロージング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お申し込み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参加費無料・以下より事前登録をお願いします</a:t>
            </a:r>
          </a:p>
          <a:p>
            <a:pPr/>
            <a:r>
              <a:t>申込URL: https://example.com/events/seminar_deployflow_2026_08</a:t>
            </a:r>
          </a:p>
          <a:p>
            <a:pPr/>
            <a:r>
              <a:t>お問い合わせ: マーケティング部 宮下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asset_id: seminar_deployflow_2026_08</a:t>
            </a:r>
          </a:p>
          <a:p>
            <a:r>
              <a:t>URL: https://example.com/events/seminar_deployflow_2026_08</a:t>
            </a:r>
          </a:p>
          <a:p>
            <a:r>
              <a:t>コンテンツ種別: 未来のセミナー(募集中) / 開催予定日: 2026年08月06日(木)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