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Ops Summit 2026 実施結果報告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2026年06月26日 / マーケティング部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ブース来場者数: 210名</a:t>
            </a:r>
          </a:p>
          <a:p>
            <a:pPr/>
            <a:r>
              <a:t>名刺獲得数: 45名(目標比 30%増)</a:t>
            </a:r>
          </a:p>
          <a:p>
            <a:pPr/>
            <a:r>
              <a:t>デモ実施数: 28件</a:t>
            </a:r>
          </a:p>
          <a:p>
            <a:pPr/>
            <a:r>
              <a:t>商談化見込み(アポ獲得): 14件</a:t>
            </a:r>
          </a:p>
          <a:p>
            <a:pPr/>
            <a:r>
              <a:t>アンケート回答: 38件 / NPS 8.1点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興味関心の内訳(45名)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クラウドコスト最適化(CostPilot): 11名</a:t>
            </a:r>
          </a:p>
          <a:p>
            <a:pPr/>
            <a:r>
              <a:t>監視・障害対応(ObserveStack): 11名</a:t>
            </a:r>
          </a:p>
          <a:p>
            <a:pPr/>
            <a:r>
              <a:t>IaCセキュリティ(GuardRail): 10名</a:t>
            </a:r>
          </a:p>
          <a:p>
            <a:pPr/>
            <a:r>
              <a:t>CI/CD・デプロイ自動化(DeployFlow): 8名</a:t>
            </a:r>
          </a:p>
          <a:p>
            <a:pPr/>
            <a:r>
              <a:t>情報収集のみ: 5名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温度感A(決裁権あり・高関心)を最優先でフォローメール送付</a:t>
            </a:r>
          </a:p>
          <a:p>
            <a:pPr/>
            <a:r>
              <a:t>トーカイSIソリューションズ・保険テックラボは見積もり提示を急ぐ</a:t>
            </a:r>
          </a:p>
          <a:p>
            <a:pPr/>
            <a:r>
              <a:t>セキュリティゾーンの反応が良く、次回は展示スペースを拡大検討</a:t>
            </a:r>
          </a:p>
          <a:p>
            <a:pPr/>
            <a:r>
              <a:t>7月のウェビナー・CTO円卓会議へ継続接点を作る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付録: ブース配置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